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Knowledge fragmentation, operational search overhead, incident troubleshooting delays.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25–35% reduction in documentation search effort and operational overhead.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RAG + Fine-tuned OSS models + Governance + Agentic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Separation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Behavior in model weights. Dynamic enterprise knowledge in RAG.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 architecture diagram.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GPU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1–2 H100s. Phase 2: 4–8 H100s based on measurable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RBAC, audit logging, PII filtering, internal-only endpoints.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&gt;85% retrieval precision, reduced MTTR, reduced repetitive escalations.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Phase 1 pilot and initial H100 allocation.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AI Architecture</a:t>
            </a:r>
          </a:p>
        </p:txBody>
      </p:sp>
      <p:pic>
        <p:nvPicPr>
          <p:cNvPr id="3" name="Picture 2" descr="Enterprise_AI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7115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